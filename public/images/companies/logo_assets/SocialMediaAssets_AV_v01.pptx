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EDA5-545A-7278-3744-A856E7E98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D2772-5E93-89C5-F475-626F161AB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33D3A-79D5-1CB9-4E63-A66F2B4B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7A582-0649-0787-E606-346F731C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49F7D-38EF-4160-7142-F0F411BB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0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B85C-1C4E-901D-EC59-BF44039B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154F5-C553-8884-EF45-FBC1AE09A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E0882-56D8-38A4-DD42-E4C8E309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381AD-FBA3-E13B-5CD0-B2E317F8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1052E-B910-E331-F061-74E5B52E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4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6D4A-969C-38F7-546D-1AF0226A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87E79-B41C-EBCF-830A-983FA8B2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391FA-3C7F-19F8-B785-059797B4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73CB-F22C-D25F-D8D0-56327A56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B273-FC82-8811-E6C3-A15E235C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0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60A3-F830-E3F3-11FA-31043B1F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A62A-9336-D60A-54EF-3B6458C80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05EE7-3BF6-8AFC-317F-661B9881D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9B010-46A3-05F6-F3B6-CB50A2F1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F5C27-C54A-08E7-4CAD-E95DF9CE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2E704-3325-A10E-5765-86AFAA47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8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220D-5B94-F887-81CD-8DDC6E28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37730-EB4C-D359-AA1F-1CEDE3C74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C9512-DFEE-7A7C-6726-2F900FC6F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11D08-1CF4-589D-9A2B-EC5C862EF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C61BE-0256-3490-18CC-E0A6B42DC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C2807-F09C-6461-4410-D6A12DF5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0995D-45F7-464F-3EFB-3EC80493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9CDA9-EA41-4790-BA6E-84E27881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0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0D1D-9B2C-F5F4-15CD-711B9CD8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34D7A-5A2B-DA63-31A1-3D62F3293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4B78C-079A-636A-BDDB-DAB57553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E622F-24D6-0E4C-180E-E2BD35EA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8514F-7BFB-9BEE-73F1-5C6F89C2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DAD5F-0C40-63D1-4C5F-3F93ECD0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A7043-8973-B56D-3E83-7A13F3C4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8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3304-31BA-D868-E5A7-01092038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2D7F3-0569-DFA3-B887-EEE583F09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9A3A1-B4EF-6D6B-2879-7AE7124C6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314F-137F-6645-102A-EBE1CFA6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3581-C561-9E81-4CB8-591F1280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1F7FF-8D50-AE65-E975-795E0C04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5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53F8-0823-2021-5398-B365CDA5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9A962-552B-8962-95FD-1F16120A8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0C3D8-17E8-26D2-DFA3-CC98B007D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4C38E-F8A7-3F8A-731B-17826138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AD6A3-580C-FB5F-1184-40FAD6D1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9526-59E0-B86C-66F5-2BB048FC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0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697E-1BB6-B7D8-A128-B3BE0D88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5EEAB-6131-FEF0-F226-AF1AFE294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4973-6C28-256A-F774-3CA1955D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7D42E-13FC-6059-2EAA-B63A6E514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73DF0-56FE-8DB2-0EB3-5E9C3C01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BBA2B-C87A-3B14-1ED5-C676F4EE9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BB531-B2FF-192F-77F6-BF0DB47B2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2D454-B690-034A-0FD1-35166780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BCD37-862F-9ED4-022C-CD60E41A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0C258-11B6-5D61-4402-1B36FFD6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0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BCAF6-765D-8318-49C5-0F8558E8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0B30B-1641-16EB-A5F3-F09D94833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F7092-2ADB-8C66-98BD-57B497972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64906-6F00-4B6A-88FA-F4F861F4C1F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03403-579E-68BC-34F8-ACBDC2358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69B34-E6FF-5210-FF4C-73217AC00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54CFB-563B-427B-B913-A280558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30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black letter s&#10;&#10;Description automatically generated">
            <a:extLst>
              <a:ext uri="{FF2B5EF4-FFF2-40B4-BE49-F238E27FC236}">
                <a16:creationId xmlns:a16="http://schemas.microsoft.com/office/drawing/2014/main" id="{8BFCB2EE-22DB-8DC4-4345-5348506FB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448" y="1763992"/>
            <a:ext cx="4517104" cy="333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2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3816E8AB-CAA7-12D0-C341-E61FF9D59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69" y="1791158"/>
            <a:ext cx="7783062" cy="122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6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black logo&#10;&#10;Description automatically generated">
            <a:extLst>
              <a:ext uri="{FF2B5EF4-FFF2-40B4-BE49-F238E27FC236}">
                <a16:creationId xmlns:a16="http://schemas.microsoft.com/office/drawing/2014/main" id="{1870DA95-BB32-9A69-A19C-46B01E69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387" y="2036520"/>
            <a:ext cx="4543225" cy="278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6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Virgile</dc:creator>
  <cp:lastModifiedBy>Adam Virgile</cp:lastModifiedBy>
  <cp:revision>1</cp:revision>
  <dcterms:created xsi:type="dcterms:W3CDTF">2025-07-26T19:59:23Z</dcterms:created>
  <dcterms:modified xsi:type="dcterms:W3CDTF">2025-07-27T00:35:09Z</dcterms:modified>
</cp:coreProperties>
</file>